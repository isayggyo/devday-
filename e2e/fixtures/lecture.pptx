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Recall the lecture from memory before reviewing notes.</a:t>
            </a:r>
          </a:p>
          <a:p>
            <a:r>
              <a:t>The act of retrieval strengthens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Spaced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the lecture across separate study sessions.</a:t>
            </a:r>
          </a:p>
          <a:p>
            <a:r>
              <a:t>Combine retrieval practice with spacing for long-term retention.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